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sh Thombare" userId="cd0d6499ac361148" providerId="LiveId" clId="{3917EC22-98A3-421F-BEDE-8A9690B78CA9}"/>
    <pc:docChg chg="modSld">
      <pc:chgData name="Shreyash Thombare" userId="cd0d6499ac361148" providerId="LiveId" clId="{3917EC22-98A3-421F-BEDE-8A9690B78CA9}" dt="2026-01-17T05:52:05.098" v="0" actId="255"/>
      <pc:docMkLst>
        <pc:docMk/>
      </pc:docMkLst>
      <pc:sldChg chg="modSp mod">
        <pc:chgData name="Shreyash Thombare" userId="cd0d6499ac361148" providerId="LiveId" clId="{3917EC22-98A3-421F-BEDE-8A9690B78CA9}" dt="2026-01-17T05:52:05.098" v="0" actId="255"/>
        <pc:sldMkLst>
          <pc:docMk/>
          <pc:sldMk cId="2804954037" sldId="256"/>
        </pc:sldMkLst>
        <pc:spChg chg="mod">
          <ac:chgData name="Shreyash Thombare" userId="cd0d6499ac361148" providerId="LiveId" clId="{3917EC22-98A3-421F-BEDE-8A9690B78CA9}" dt="2026-01-17T05:52:05.098" v="0" actId="255"/>
          <ac:spMkLst>
            <pc:docMk/>
            <pc:sldMk cId="2804954037" sldId="256"/>
            <ac:spMk id="2" creationId="{3BBFC48A-31E2-A491-1967-CA4DA0F921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C48A-31E2-A491-1967-CA4DA0F92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302341"/>
            <a:ext cx="8001000" cy="2971801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App requirements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70F50-6943-82FB-94DF-8A81087ED8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App is very secure do not use any other work</a:t>
            </a:r>
          </a:p>
        </p:txBody>
      </p:sp>
    </p:spTree>
    <p:extLst>
      <p:ext uri="{BB962C8B-B14F-4D97-AF65-F5344CB8AC3E}">
        <p14:creationId xmlns:p14="http://schemas.microsoft.com/office/powerpoint/2010/main" val="2804954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364BA-F6FE-446D-2172-0D0EF102F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348" y="563034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Application /login/ registration/details (very secure 100%)</a:t>
            </a:r>
          </a:p>
          <a:p>
            <a:pPr marL="0" indent="0">
              <a:buNone/>
            </a:pPr>
            <a:r>
              <a:rPr lang="en-IN" dirty="0"/>
              <a:t>*mobile number (enter)</a:t>
            </a:r>
          </a:p>
          <a:p>
            <a:pPr marL="0" indent="0">
              <a:buNone/>
            </a:pPr>
            <a:r>
              <a:rPr lang="en-IN" dirty="0"/>
              <a:t>*email (for security in company)</a:t>
            </a:r>
          </a:p>
          <a:p>
            <a:pPr marL="0" indent="0">
              <a:buNone/>
            </a:pPr>
            <a:r>
              <a:rPr lang="en-IN" dirty="0"/>
              <a:t>*current address with city\village PIN code  colony names</a:t>
            </a:r>
          </a:p>
          <a:p>
            <a:pPr marL="0" indent="0">
              <a:buNone/>
            </a:pPr>
            <a:r>
              <a:rPr lang="en-IN" dirty="0"/>
              <a:t>  building name or block name for lived city</a:t>
            </a:r>
          </a:p>
          <a:p>
            <a:pPr marL="0" indent="0">
              <a:buNone/>
            </a:pPr>
            <a:r>
              <a:rPr lang="en-IN" dirty="0"/>
              <a:t>*Aadhar number</a:t>
            </a:r>
          </a:p>
          <a:p>
            <a:pPr marL="0" indent="0">
              <a:buNone/>
            </a:pPr>
            <a:r>
              <a:rPr lang="en-IN" dirty="0"/>
              <a:t>*PAN number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0DC35A-3369-625A-02F6-EDE6898A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9479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F62C-89E3-F580-4987-30C1F737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70611-6E2D-B99B-516C-752C8135A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0000"/>
                </a:solidFill>
              </a:rPr>
              <a:t>Application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*Car wash                                    *petrol 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*Bike wash                                    *diesel service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*Truck wash                                  *puncture 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*Container wash                         *tyre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*Bicycle wash                              *Air services</a:t>
            </a:r>
          </a:p>
        </p:txBody>
      </p:sp>
    </p:spTree>
    <p:extLst>
      <p:ext uri="{BB962C8B-B14F-4D97-AF65-F5344CB8AC3E}">
        <p14:creationId xmlns:p14="http://schemas.microsoft.com/office/powerpoint/2010/main" val="459259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391A-3A20-7205-3FCA-387E48A8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562C0-1973-C44B-B950-FAAE46E7D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Choose services</a:t>
            </a:r>
          </a:p>
          <a:p>
            <a:r>
              <a:rPr lang="en-IN" dirty="0"/>
              <a:t>#after choose services to fill details</a:t>
            </a:r>
          </a:p>
          <a:p>
            <a:r>
              <a:rPr lang="en-IN" dirty="0"/>
              <a:t>*choose CAR wash or petrol services or other </a:t>
            </a:r>
          </a:p>
          <a:p>
            <a:r>
              <a:rPr lang="en-IN" dirty="0"/>
              <a:t>*enter name/mobile number ( 2 numbers fill )</a:t>
            </a:r>
          </a:p>
          <a:p>
            <a:r>
              <a:rPr lang="en-IN" dirty="0"/>
              <a:t>*choose area while services city and upload current location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0096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F9B5-0B89-A310-FBA1-FF89EC3BE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E10DA-73B1-0D0C-2AA3-EFC80AD98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    Payment method </a:t>
            </a:r>
          </a:p>
          <a:p>
            <a:r>
              <a:rPr lang="en-IN" dirty="0"/>
              <a:t>*cash on services</a:t>
            </a:r>
          </a:p>
          <a:p>
            <a:r>
              <a:rPr lang="en-IN" dirty="0"/>
              <a:t>*Online payment /google pay /any other platform     </a:t>
            </a:r>
          </a:p>
        </p:txBody>
      </p:sp>
    </p:spTree>
    <p:extLst>
      <p:ext uri="{BB962C8B-B14F-4D97-AF65-F5344CB8AC3E}">
        <p14:creationId xmlns:p14="http://schemas.microsoft.com/office/powerpoint/2010/main" val="2605015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85DB2-6D04-8232-D468-2E57BF0A9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9D344-5264-9F6C-A35E-5154A1F0E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Rules</a:t>
            </a:r>
          </a:p>
          <a:p>
            <a:r>
              <a:rPr lang="en-IN" dirty="0"/>
              <a:t>Do not use other work </a:t>
            </a:r>
          </a:p>
          <a:p>
            <a:r>
              <a:rPr lang="en-IN" dirty="0"/>
              <a:t>Your location to decide service time limitations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07408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122</TotalTime>
  <Words>171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Slice</vt:lpstr>
      <vt:lpstr>App requirements </vt:lpstr>
      <vt:lpstr>.</vt:lpstr>
      <vt:lpstr>.</vt:lpstr>
      <vt:lpstr>.</vt:lpstr>
      <vt:lpstr>.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Shreyash Thombare</dc:creator>
  <cp:lastModifiedBy>Shreyash Thombare</cp:lastModifiedBy>
  <cp:revision>1</cp:revision>
  <dcterms:created xsi:type="dcterms:W3CDTF">2025-08-24T05:54:47Z</dcterms:created>
  <dcterms:modified xsi:type="dcterms:W3CDTF">2026-01-17T05:52:14Z</dcterms:modified>
</cp:coreProperties>
</file>