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sldIdLst>
    <p:sldId id="256" r:id="rId2"/>
    <p:sldId id="258" r:id="rId3"/>
    <p:sldId id="259" r:id="rId4"/>
    <p:sldId id="262" r:id="rId5"/>
    <p:sldId id="279" r:id="rId6"/>
    <p:sldId id="268" r:id="rId7"/>
    <p:sldId id="278" r:id="rId8"/>
    <p:sldId id="276" r:id="rId9"/>
    <p:sldId id="275" r:id="rId10"/>
    <p:sldId id="277" r:id="rId11"/>
    <p:sldId id="260" r:id="rId12"/>
    <p:sldId id="263" r:id="rId13"/>
    <p:sldId id="271" r:id="rId14"/>
    <p:sldId id="272" r:id="rId15"/>
    <p:sldId id="273" r:id="rId16"/>
    <p:sldId id="27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6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h Thombare" userId="cd0d6499ac361148" providerId="LiveId" clId="{3917EC22-98A3-421F-BEDE-8A9690B78CA9}"/>
    <pc:docChg chg="undo redo custSel addSld delSld modSld sldOrd">
      <pc:chgData name="Shreyash Thombare" userId="cd0d6499ac361148" providerId="LiveId" clId="{3917EC22-98A3-421F-BEDE-8A9690B78CA9}" dt="2026-04-19T07:31:40.932" v="1375" actId="14100"/>
      <pc:docMkLst>
        <pc:docMk/>
      </pc:docMkLst>
      <pc:sldChg chg="modSp mod">
        <pc:chgData name="Shreyash Thombare" userId="cd0d6499ac361148" providerId="LiveId" clId="{3917EC22-98A3-421F-BEDE-8A9690B78CA9}" dt="2026-04-06T05:27:45.139" v="450" actId="113"/>
        <pc:sldMkLst>
          <pc:docMk/>
          <pc:sldMk cId="400849210" sldId="256"/>
        </pc:sldMkLst>
        <pc:spChg chg="mod">
          <ac:chgData name="Shreyash Thombare" userId="cd0d6499ac361148" providerId="LiveId" clId="{3917EC22-98A3-421F-BEDE-8A9690B78CA9}" dt="2026-04-06T05:27:45.139" v="450" actId="113"/>
          <ac:spMkLst>
            <pc:docMk/>
            <pc:sldMk cId="400849210" sldId="256"/>
            <ac:spMk id="3" creationId="{070A3FF8-3B4F-C341-BD6F-4B0103B33DF4}"/>
          </ac:spMkLst>
        </pc:spChg>
      </pc:sldChg>
      <pc:sldChg chg="ord">
        <pc:chgData name="Shreyash Thombare" userId="cd0d6499ac361148" providerId="LiveId" clId="{3917EC22-98A3-421F-BEDE-8A9690B78CA9}" dt="2026-04-07T06:01:45.504" v="1129"/>
        <pc:sldMkLst>
          <pc:docMk/>
          <pc:sldMk cId="3653186981" sldId="258"/>
        </pc:sldMkLst>
      </pc:sldChg>
      <pc:sldChg chg="addSp delSp modSp add del mod ord">
        <pc:chgData name="Shreyash Thombare" userId="cd0d6499ac361148" providerId="LiveId" clId="{3917EC22-98A3-421F-BEDE-8A9690B78CA9}" dt="2026-04-18T08:46:29.913" v="1349" actId="14100"/>
        <pc:sldMkLst>
          <pc:docMk/>
          <pc:sldMk cId="1529941521" sldId="268"/>
        </pc:sldMkLst>
        <pc:spChg chg="mod">
          <ac:chgData name="Shreyash Thombare" userId="cd0d6499ac361148" providerId="LiveId" clId="{3917EC22-98A3-421F-BEDE-8A9690B78CA9}" dt="2026-04-16T05:43:56.444" v="1200" actId="1076"/>
          <ac:spMkLst>
            <pc:docMk/>
            <pc:sldMk cId="1529941521" sldId="268"/>
            <ac:spMk id="2" creationId="{4572156D-F270-E528-9A06-9F189F7056AD}"/>
          </ac:spMkLst>
        </pc:spChg>
        <pc:picChg chg="add del mod">
          <ac:chgData name="Shreyash Thombare" userId="cd0d6499ac361148" providerId="LiveId" clId="{3917EC22-98A3-421F-BEDE-8A9690B78CA9}" dt="2026-04-18T05:46:21.938" v="1270" actId="478"/>
          <ac:picMkLst>
            <pc:docMk/>
            <pc:sldMk cId="1529941521" sldId="268"/>
            <ac:picMk id="5" creationId="{98B92247-1CD5-A59E-4C8E-1D8D7E7D4F2E}"/>
          </ac:picMkLst>
        </pc:picChg>
        <pc:picChg chg="add del mod">
          <ac:chgData name="Shreyash Thombare" userId="cd0d6499ac361148" providerId="LiveId" clId="{3917EC22-98A3-421F-BEDE-8A9690B78CA9}" dt="2026-04-18T05:49:59.763" v="1280" actId="478"/>
          <ac:picMkLst>
            <pc:docMk/>
            <pc:sldMk cId="1529941521" sldId="268"/>
            <ac:picMk id="6" creationId="{75BBAEB8-6F06-3646-9FBB-97461E3066CC}"/>
          </ac:picMkLst>
        </pc:picChg>
        <pc:picChg chg="add mod">
          <ac:chgData name="Shreyash Thombare" userId="cd0d6499ac361148" providerId="LiveId" clId="{3917EC22-98A3-421F-BEDE-8A9690B78CA9}" dt="2026-04-18T08:46:29.913" v="1349" actId="14100"/>
          <ac:picMkLst>
            <pc:docMk/>
            <pc:sldMk cId="1529941521" sldId="268"/>
            <ac:picMk id="8" creationId="{5E055066-516A-6061-EA83-459DDE02852A}"/>
          </ac:picMkLst>
        </pc:picChg>
      </pc:sldChg>
      <pc:sldChg chg="addSp delSp modSp new mod">
        <pc:chgData name="Shreyash Thombare" userId="cd0d6499ac361148" providerId="LiveId" clId="{3917EC22-98A3-421F-BEDE-8A9690B78CA9}" dt="2026-04-18T08:48:26.199" v="1365" actId="13822"/>
        <pc:sldMkLst>
          <pc:docMk/>
          <pc:sldMk cId="1215420482" sldId="275"/>
        </pc:sldMkLst>
        <pc:spChg chg="mod">
          <ac:chgData name="Shreyash Thombare" userId="cd0d6499ac361148" providerId="LiveId" clId="{3917EC22-98A3-421F-BEDE-8A9690B78CA9}" dt="2026-04-01T06:04:12.755" v="194" actId="14100"/>
          <ac:spMkLst>
            <pc:docMk/>
            <pc:sldMk cId="1215420482" sldId="275"/>
            <ac:spMk id="2" creationId="{8B4546CD-7B47-8CA4-AABF-033F1167855B}"/>
          </ac:spMkLst>
        </pc:spChg>
        <pc:spChg chg="add del mod">
          <ac:chgData name="Shreyash Thombare" userId="cd0d6499ac361148" providerId="LiveId" clId="{3917EC22-98A3-421F-BEDE-8A9690B78CA9}" dt="2026-04-18T05:57:07.763" v="1320"/>
          <ac:spMkLst>
            <pc:docMk/>
            <pc:sldMk cId="1215420482" sldId="275"/>
            <ac:spMk id="3" creationId="{93925787-0DB2-B9DD-7AA1-72BA9B208191}"/>
          </ac:spMkLst>
        </pc:spChg>
        <pc:spChg chg="add del mod">
          <ac:chgData name="Shreyash Thombare" userId="cd0d6499ac361148" providerId="LiveId" clId="{3917EC22-98A3-421F-BEDE-8A9690B78CA9}" dt="2026-04-18T05:55:53.489" v="1305"/>
          <ac:spMkLst>
            <pc:docMk/>
            <pc:sldMk cId="1215420482" sldId="275"/>
            <ac:spMk id="4" creationId="{903B65CD-D152-E6EA-87A6-D688E7B046CC}"/>
          </ac:spMkLst>
        </pc:spChg>
        <pc:spChg chg="add mod">
          <ac:chgData name="Shreyash Thombare" userId="cd0d6499ac361148" providerId="LiveId" clId="{3917EC22-98A3-421F-BEDE-8A9690B78CA9}" dt="2026-04-18T05:57:07.710" v="1316"/>
          <ac:spMkLst>
            <pc:docMk/>
            <pc:sldMk cId="1215420482" sldId="275"/>
            <ac:spMk id="5" creationId="{02022BCA-EEFB-ABFF-0888-4F8270A18CD7}"/>
          </ac:spMkLst>
        </pc:spChg>
        <pc:spChg chg="add del">
          <ac:chgData name="Shreyash Thombare" userId="cd0d6499ac361148" providerId="LiveId" clId="{3917EC22-98A3-421F-BEDE-8A9690B78CA9}" dt="2026-04-18T05:56:48.133" v="1313" actId="22"/>
          <ac:spMkLst>
            <pc:docMk/>
            <pc:sldMk cId="1215420482" sldId="275"/>
            <ac:spMk id="7" creationId="{3AA72088-BCD9-920F-C91C-A2AB536CCDF4}"/>
          </ac:spMkLst>
        </pc:spChg>
        <pc:spChg chg="add del mod">
          <ac:chgData name="Shreyash Thombare" userId="cd0d6499ac361148" providerId="LiveId" clId="{3917EC22-98A3-421F-BEDE-8A9690B78CA9}" dt="2026-04-18T06:00:10.863" v="1325"/>
          <ac:spMkLst>
            <pc:docMk/>
            <pc:sldMk cId="1215420482" sldId="275"/>
            <ac:spMk id="8" creationId="{B231E6BF-6E75-5299-12D3-A2C626933804}"/>
          </ac:spMkLst>
        </pc:spChg>
        <pc:picChg chg="add mod ord">
          <ac:chgData name="Shreyash Thombare" userId="cd0d6499ac361148" providerId="LiveId" clId="{3917EC22-98A3-421F-BEDE-8A9690B78CA9}" dt="2026-04-18T08:47:49.253" v="1359" actId="1076"/>
          <ac:picMkLst>
            <pc:docMk/>
            <pc:sldMk cId="1215420482" sldId="275"/>
            <ac:picMk id="10" creationId="{AE461752-5BFA-4232-3CC1-A690395CD4B3}"/>
          </ac:picMkLst>
        </pc:picChg>
        <pc:picChg chg="add del mod">
          <ac:chgData name="Shreyash Thombare" userId="cd0d6499ac361148" providerId="LiveId" clId="{3917EC22-98A3-421F-BEDE-8A9690B78CA9}" dt="2026-04-18T05:57:12.170" v="1323" actId="21"/>
          <ac:picMkLst>
            <pc:docMk/>
            <pc:sldMk cId="1215420482" sldId="275"/>
            <ac:picMk id="1026" creationId="{084BA59D-FB93-B495-063C-8916FBD9520B}"/>
          </ac:picMkLst>
        </pc:picChg>
        <pc:picChg chg="add del mod">
          <ac:chgData name="Shreyash Thombare" userId="cd0d6499ac361148" providerId="LiveId" clId="{3917EC22-98A3-421F-BEDE-8A9690B78CA9}" dt="2026-04-18T05:57:07.763" v="1320"/>
          <ac:picMkLst>
            <pc:docMk/>
            <pc:sldMk cId="1215420482" sldId="275"/>
            <ac:picMk id="1028" creationId="{B07748DA-810D-D716-A209-6BA88F476025}"/>
          </ac:picMkLst>
        </pc:picChg>
        <pc:cxnChg chg="add mod">
          <ac:chgData name="Shreyash Thombare" userId="cd0d6499ac361148" providerId="LiveId" clId="{3917EC22-98A3-421F-BEDE-8A9690B78CA9}" dt="2026-04-18T08:47:27.398" v="1355" actId="13822"/>
          <ac:cxnSpMkLst>
            <pc:docMk/>
            <pc:sldMk cId="1215420482" sldId="275"/>
            <ac:cxnSpMk id="4" creationId="{0259B7CD-9BBD-DA7D-D442-DBF0FAFCDC19}"/>
          </ac:cxnSpMkLst>
        </pc:cxnChg>
        <pc:cxnChg chg="add del mod">
          <ac:chgData name="Shreyash Thombare" userId="cd0d6499ac361148" providerId="LiveId" clId="{3917EC22-98A3-421F-BEDE-8A9690B78CA9}" dt="2026-04-18T08:47:54.525" v="1361" actId="11529"/>
          <ac:cxnSpMkLst>
            <pc:docMk/>
            <pc:sldMk cId="1215420482" sldId="275"/>
            <ac:cxnSpMk id="6" creationId="{934285B4-73DF-881E-577E-BAB141DB978E}"/>
          </ac:cxnSpMkLst>
        </pc:cxnChg>
        <pc:cxnChg chg="add mod">
          <ac:chgData name="Shreyash Thombare" userId="cd0d6499ac361148" providerId="LiveId" clId="{3917EC22-98A3-421F-BEDE-8A9690B78CA9}" dt="2026-04-18T08:48:05.988" v="1363" actId="13822"/>
          <ac:cxnSpMkLst>
            <pc:docMk/>
            <pc:sldMk cId="1215420482" sldId="275"/>
            <ac:cxnSpMk id="8" creationId="{7E28D610-E621-96C2-6FAA-B05F8F028E80}"/>
          </ac:cxnSpMkLst>
        </pc:cxnChg>
        <pc:cxnChg chg="add mod">
          <ac:chgData name="Shreyash Thombare" userId="cd0d6499ac361148" providerId="LiveId" clId="{3917EC22-98A3-421F-BEDE-8A9690B78CA9}" dt="2026-04-18T08:48:26.199" v="1365" actId="13822"/>
          <ac:cxnSpMkLst>
            <pc:docMk/>
            <pc:sldMk cId="1215420482" sldId="275"/>
            <ac:cxnSpMk id="11" creationId="{1645AAA1-57A8-75C0-4A70-D2499E556999}"/>
          </ac:cxnSpMkLst>
        </pc:cxnChg>
      </pc:sldChg>
      <pc:sldChg chg="addSp delSp modSp new mod ord">
        <pc:chgData name="Shreyash Thombare" userId="cd0d6499ac361148" providerId="LiveId" clId="{3917EC22-98A3-421F-BEDE-8A9690B78CA9}" dt="2026-04-18T08:57:51.012" v="1368" actId="14100"/>
        <pc:sldMkLst>
          <pc:docMk/>
          <pc:sldMk cId="603751166" sldId="276"/>
        </pc:sldMkLst>
        <pc:spChg chg="mod">
          <ac:chgData name="Shreyash Thombare" userId="cd0d6499ac361148" providerId="LiveId" clId="{3917EC22-98A3-421F-BEDE-8A9690B78CA9}" dt="2026-04-01T06:13:44.370" v="263" actId="2711"/>
          <ac:spMkLst>
            <pc:docMk/>
            <pc:sldMk cId="603751166" sldId="276"/>
            <ac:spMk id="2" creationId="{39151A74-DF33-6C08-6C54-21CEF7E83793}"/>
          </ac:spMkLst>
        </pc:spChg>
        <pc:spChg chg="add del mod">
          <ac:chgData name="Shreyash Thombare" userId="cd0d6499ac361148" providerId="LiveId" clId="{3917EC22-98A3-421F-BEDE-8A9690B78CA9}" dt="2026-04-18T05:51:08.283" v="1292"/>
          <ac:spMkLst>
            <pc:docMk/>
            <pc:sldMk cId="603751166" sldId="276"/>
            <ac:spMk id="4" creationId="{0E36E314-C6D5-A489-B5AB-B431617014AE}"/>
          </ac:spMkLst>
        </pc:spChg>
        <pc:spChg chg="add del mod">
          <ac:chgData name="Shreyash Thombare" userId="cd0d6499ac361148" providerId="LiveId" clId="{3917EC22-98A3-421F-BEDE-8A9690B78CA9}" dt="2026-04-18T05:51:38.269" v="1298"/>
          <ac:spMkLst>
            <pc:docMk/>
            <pc:sldMk cId="603751166" sldId="276"/>
            <ac:spMk id="7" creationId="{5975094E-7FF6-56FD-05AD-C1E9EE9190DE}"/>
          </ac:spMkLst>
        </pc:spChg>
        <pc:picChg chg="add del mod ord">
          <ac:chgData name="Shreyash Thombare" userId="cd0d6499ac361148" providerId="LiveId" clId="{3917EC22-98A3-421F-BEDE-8A9690B78CA9}" dt="2026-04-18T05:51:35.508" v="1297" actId="21"/>
          <ac:picMkLst>
            <pc:docMk/>
            <pc:sldMk cId="603751166" sldId="276"/>
            <ac:picMk id="5" creationId="{FE45CC08-38A6-7E7A-2A56-72152FD1E4D1}"/>
          </ac:picMkLst>
        </pc:picChg>
        <pc:picChg chg="add mod">
          <ac:chgData name="Shreyash Thombare" userId="cd0d6499ac361148" providerId="LiveId" clId="{3917EC22-98A3-421F-BEDE-8A9690B78CA9}" dt="2026-04-18T08:57:51.012" v="1368" actId="14100"/>
          <ac:picMkLst>
            <pc:docMk/>
            <pc:sldMk cId="603751166" sldId="276"/>
            <ac:picMk id="8" creationId="{FE45CC08-38A6-7E7A-2A56-72152FD1E4D1}"/>
          </ac:picMkLst>
        </pc:picChg>
      </pc:sldChg>
      <pc:sldChg chg="addSp delSp modSp new mod">
        <pc:chgData name="Shreyash Thombare" userId="cd0d6499ac361148" providerId="LiveId" clId="{3917EC22-98A3-421F-BEDE-8A9690B78CA9}" dt="2026-04-19T07:31:40.932" v="1375" actId="14100"/>
        <pc:sldMkLst>
          <pc:docMk/>
          <pc:sldMk cId="2113680205" sldId="277"/>
        </pc:sldMkLst>
        <pc:spChg chg="mod">
          <ac:chgData name="Shreyash Thombare" userId="cd0d6499ac361148" providerId="LiveId" clId="{3917EC22-98A3-421F-BEDE-8A9690B78CA9}" dt="2026-04-16T06:24:10.188" v="1258" actId="14100"/>
          <ac:spMkLst>
            <pc:docMk/>
            <pc:sldMk cId="2113680205" sldId="277"/>
            <ac:spMk id="2" creationId="{5F5F6279-ADA5-AACA-2F97-B4F585581BA8}"/>
          </ac:spMkLst>
        </pc:spChg>
        <pc:spChg chg="add del mod">
          <ac:chgData name="Shreyash Thombare" userId="cd0d6499ac361148" providerId="LiveId" clId="{3917EC22-98A3-421F-BEDE-8A9690B78CA9}" dt="2026-04-19T07:31:29.332" v="1371"/>
          <ac:spMkLst>
            <pc:docMk/>
            <pc:sldMk cId="2113680205" sldId="277"/>
            <ac:spMk id="4" creationId="{1E661674-8FEC-F315-4710-66F723656E6E}"/>
          </ac:spMkLst>
        </pc:spChg>
        <pc:picChg chg="add mod ord">
          <ac:chgData name="Shreyash Thombare" userId="cd0d6499ac361148" providerId="LiveId" clId="{3917EC22-98A3-421F-BEDE-8A9690B78CA9}" dt="2026-04-19T07:31:40.932" v="1375" actId="14100"/>
          <ac:picMkLst>
            <pc:docMk/>
            <pc:sldMk cId="2113680205" sldId="277"/>
            <ac:picMk id="6" creationId="{D9F69640-EC98-1B5C-FBC9-C9AD3AF49F21}"/>
          </ac:picMkLst>
        </pc:picChg>
        <pc:picChg chg="add del mod">
          <ac:chgData name="Shreyash Thombare" userId="cd0d6499ac361148" providerId="LiveId" clId="{3917EC22-98A3-421F-BEDE-8A9690B78CA9}" dt="2026-04-19T07:31:26.353" v="1369" actId="478"/>
          <ac:picMkLst>
            <pc:docMk/>
            <pc:sldMk cId="2113680205" sldId="277"/>
            <ac:picMk id="9" creationId="{7B0746F9-06B0-9A4D-7BCB-02645F426AF4}"/>
          </ac:picMkLst>
        </pc:picChg>
      </pc:sldChg>
      <pc:sldChg chg="addSp delSp modSp new mod ord">
        <pc:chgData name="Shreyash Thombare" userId="cd0d6499ac361148" providerId="LiveId" clId="{3917EC22-98A3-421F-BEDE-8A9690B78CA9}" dt="2026-04-18T08:46:46.092" v="1351" actId="14100"/>
        <pc:sldMkLst>
          <pc:docMk/>
          <pc:sldMk cId="3912757229" sldId="278"/>
        </pc:sldMkLst>
        <pc:spChg chg="mod">
          <ac:chgData name="Shreyash Thombare" userId="cd0d6499ac361148" providerId="LiveId" clId="{3917EC22-98A3-421F-BEDE-8A9690B78CA9}" dt="2026-04-01T15:18:01.451" v="376" actId="20577"/>
          <ac:spMkLst>
            <pc:docMk/>
            <pc:sldMk cId="3912757229" sldId="278"/>
            <ac:spMk id="2" creationId="{5851AD81-638E-8C96-4F38-2F199FCE52A9}"/>
          </ac:spMkLst>
        </pc:spChg>
        <pc:picChg chg="add mod ord">
          <ac:chgData name="Shreyash Thombare" userId="cd0d6499ac361148" providerId="LiveId" clId="{3917EC22-98A3-421F-BEDE-8A9690B78CA9}" dt="2026-04-18T08:46:46.092" v="1351" actId="14100"/>
          <ac:picMkLst>
            <pc:docMk/>
            <pc:sldMk cId="3912757229" sldId="278"/>
            <ac:picMk id="15" creationId="{9722E555-5BFD-186B-F907-F120A6205F99}"/>
          </ac:picMkLst>
        </pc:picChg>
      </pc:sldChg>
      <pc:sldChg chg="addSp delSp modSp new mod ord modClrScheme chgLayout">
        <pc:chgData name="Shreyash Thombare" userId="cd0d6499ac361148" providerId="LiveId" clId="{3917EC22-98A3-421F-BEDE-8A9690B78CA9}" dt="2026-04-11T09:47:54.361" v="1182" actId="2711"/>
        <pc:sldMkLst>
          <pc:docMk/>
          <pc:sldMk cId="1643993181" sldId="279"/>
        </pc:sldMkLst>
        <pc:spChg chg="mod ord">
          <ac:chgData name="Shreyash Thombare" userId="cd0d6499ac361148" providerId="LiveId" clId="{3917EC22-98A3-421F-BEDE-8A9690B78CA9}" dt="2026-04-11T09:47:54.361" v="1182" actId="2711"/>
          <ac:spMkLst>
            <pc:docMk/>
            <pc:sldMk cId="1643993181" sldId="279"/>
            <ac:spMk id="2" creationId="{C5A091EA-2CD1-1870-7E3B-4BAB6B53598E}"/>
          </ac:spMkLst>
        </pc:spChg>
        <pc:spChg chg="add mod ord">
          <ac:chgData name="Shreyash Thombare" userId="cd0d6499ac361148" providerId="LiveId" clId="{3917EC22-98A3-421F-BEDE-8A9690B78CA9}" dt="2026-04-07T06:02:47.851" v="1131" actId="2711"/>
          <ac:spMkLst>
            <pc:docMk/>
            <pc:sldMk cId="1643993181" sldId="279"/>
            <ac:spMk id="7" creationId="{E094396D-34CD-26FB-F7B2-292186B6EB9F}"/>
          </ac:spMkLst>
        </pc:spChg>
        <pc:cxnChg chg="add mod">
          <ac:chgData name="Shreyash Thombare" userId="cd0d6499ac361148" providerId="LiveId" clId="{3917EC22-98A3-421F-BEDE-8A9690B78CA9}" dt="2026-04-11T09:44:21.165" v="1178" actId="1076"/>
          <ac:cxnSpMkLst>
            <pc:docMk/>
            <pc:sldMk cId="1643993181" sldId="279"/>
            <ac:cxnSpMk id="4" creationId="{AA8C6941-42B4-B134-3E7B-D92EA924455A}"/>
          </ac:cxnSpMkLst>
        </pc:cxnChg>
        <pc:cxnChg chg="add mod">
          <ac:chgData name="Shreyash Thombare" userId="cd0d6499ac361148" providerId="LiveId" clId="{3917EC22-98A3-421F-BEDE-8A9690B78CA9}" dt="2026-04-11T06:45:26.309" v="1169" actId="14100"/>
          <ac:cxnSpMkLst>
            <pc:docMk/>
            <pc:sldMk cId="1643993181" sldId="279"/>
            <ac:cxnSpMk id="10" creationId="{A951A743-BCDF-FE82-56EB-8EEB19001F2F}"/>
          </ac:cxnSpMkLst>
        </pc:cxnChg>
        <pc:cxnChg chg="add mod">
          <ac:chgData name="Shreyash Thombare" userId="cd0d6499ac361148" providerId="LiveId" clId="{3917EC22-98A3-421F-BEDE-8A9690B78CA9}" dt="2026-04-11T09:44:22.682" v="1180" actId="14100"/>
          <ac:cxnSpMkLst>
            <pc:docMk/>
            <pc:sldMk cId="1643993181" sldId="279"/>
            <ac:cxnSpMk id="12" creationId="{D82FEDE5-15AB-5569-999F-2D85C5EF2F27}"/>
          </ac:cxnSpMkLst>
        </pc:cxnChg>
        <pc:cxnChg chg="add mod">
          <ac:chgData name="Shreyash Thombare" userId="cd0d6499ac361148" providerId="LiveId" clId="{3917EC22-98A3-421F-BEDE-8A9690B78CA9}" dt="2026-04-11T06:34:50.433" v="1162" actId="14100"/>
          <ac:cxnSpMkLst>
            <pc:docMk/>
            <pc:sldMk cId="1643993181" sldId="279"/>
            <ac:cxnSpMk id="15" creationId="{26F93E41-05B6-FA13-4A13-4E13F7AC3164}"/>
          </ac:cxnSpMkLst>
        </pc:cxnChg>
        <pc:cxnChg chg="add mod">
          <ac:chgData name="Shreyash Thombare" userId="cd0d6499ac361148" providerId="LiveId" clId="{3917EC22-98A3-421F-BEDE-8A9690B78CA9}" dt="2026-04-11T06:32:25.680" v="1148" actId="14100"/>
          <ac:cxnSpMkLst>
            <pc:docMk/>
            <pc:sldMk cId="1643993181" sldId="279"/>
            <ac:cxnSpMk id="18" creationId="{9FC1EC4F-62EC-FBB2-B989-FD09B606822E}"/>
          </ac:cxnSpMkLst>
        </pc:cxnChg>
        <pc:cxnChg chg="add mod">
          <ac:chgData name="Shreyash Thombare" userId="cd0d6499ac361148" providerId="LiveId" clId="{3917EC22-98A3-421F-BEDE-8A9690B78CA9}" dt="2026-04-11T06:36:05.931" v="1168" actId="14100"/>
          <ac:cxnSpMkLst>
            <pc:docMk/>
            <pc:sldMk cId="1643993181" sldId="279"/>
            <ac:cxnSpMk id="21" creationId="{3DCE0AAC-07BF-2E7F-AC56-EA5342B59EC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42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43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07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88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51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11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63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49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58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4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698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48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050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615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87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59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C826D-8CF1-41AD-B748-7FB00D628F9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03ED97E2-9EEC-44D3-9D5A-9C4AA9FCC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25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  <p:sldLayoutId id="2147484037" r:id="rId15"/>
    <p:sldLayoutId id="214748403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FB9D3F-3AB8-13E8-17AF-82CD55DA7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876" y="1261126"/>
            <a:ext cx="10578187" cy="1646302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tx1"/>
                </a:solidFill>
                <a:latin typeface="Algerian" panose="04020705040A02060702" pitchFamily="82" charset="0"/>
              </a:rPr>
              <a:t>SHREE SAMARTH                     KRUPA GYM   </a:t>
            </a:r>
            <a:endParaRPr lang="en-IN" sz="6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A3FF8-3B4F-C341-BD6F-4B0103B33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06901" y="4057650"/>
            <a:ext cx="9888976" cy="2186751"/>
          </a:xfrm>
        </p:spPr>
        <p:txBody>
          <a:bodyPr>
            <a:normAutofit fontScale="92500" lnSpcReduction="10000"/>
          </a:bodyPr>
          <a:lstStyle/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BY</a:t>
            </a:r>
          </a:p>
          <a:p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 panose="020B0304020202020204" pitchFamily="34" charset="0"/>
              </a:rPr>
              <a:t>Rushikesh Tambe 8045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 panose="020B0304020202020204" pitchFamily="34" charset="0"/>
              </a:rPr>
              <a:t>Shreyash Thombare  8073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 panose="020B0304020202020204" pitchFamily="34" charset="0"/>
              </a:rPr>
              <a:t>Rajesh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 panose="020B0304020202020204" pitchFamily="34" charset="0"/>
              </a:rPr>
              <a:t>bongane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 panose="020B0304020202020204" pitchFamily="34" charset="0"/>
              </a:rPr>
              <a:t> 8074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Light" panose="020B0304020202020204" pitchFamily="34" charset="0"/>
              </a:rPr>
              <a:t>Manthan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Light" panose="020B0304020202020204" pitchFamily="34" charset="0"/>
              </a:rPr>
              <a:t>shinde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Light" panose="020B0304020202020204" pitchFamily="34" charset="0"/>
              </a:rPr>
              <a:t> 8026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4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AD92-5610-A86D-D892-4C29CA9F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INTRODUCTION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1ED9-88FC-0CF8-0EEE-7F8EE223D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21" y="2200940"/>
            <a:ext cx="10333074" cy="4189227"/>
          </a:xfrm>
        </p:spPr>
        <p:txBody>
          <a:bodyPr>
            <a:normAutofit/>
          </a:bodyPr>
          <a:lstStyle/>
          <a:p>
            <a:pPr marL="6350" indent="-6350">
              <a:lnSpc>
                <a:spcPct val="111000"/>
              </a:lnSpc>
              <a:spcAft>
                <a:spcPts val="67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modern era, where everything is becoming digitized, the need for online systems to manage day-to-day operations in various industries is growing rapidly. The fitness industry is no exception. Gyms and fitness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efficient systems to manage their memberships, schedules, trainers, and client engagement. Manual processes are time-consuming, prone to errors, and lack the convenience that customers expect today. To address these challenges, we have developed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"SHREE SAMARTH KRUPA GYM Website"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complete web-based gym management system. technologies like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JavaScript, PHP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" indent="-6350">
              <a:lnSpc>
                <a:spcPct val="111000"/>
              </a:lnSpc>
              <a:spcAft>
                <a:spcPts val="670"/>
              </a:spcAft>
            </a:pPr>
            <a:endParaRPr lang="en-IN" sz="24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Bodoni MT" panose="020706030806060202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186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5D2D-06F7-CC73-624C-E28ABEE4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40" y="1063255"/>
            <a:ext cx="10524460" cy="1212111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SCOPE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D692C-6A70-C955-EEE7-D697F3006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Fitness &amp; Health 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Training &amp; Sports Performance 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Industry &amp; Business Opportunities 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&amp; Lifestyle Coaching 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&amp; Social Engagement 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booking 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acquesion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process management   </a:t>
            </a:r>
            <a:endParaRPr lang="en-I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Bodoni MT" panose="020706030806060202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30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45DC-A2E6-1D61-72AB-373B21871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OBJECTIVES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1C288-5C51-13A5-5B4B-B598DEA82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Physical Fitness – Enhancing strength, endurance, flexibility, and overall cardiovascular health.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Muscle Mass – Gaining muscle through weight training and resistance exercises.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Losing Weight – Burning calories and reducing body fat through exercise and diet   </a:t>
            </a:r>
          </a:p>
          <a:p>
            <a:pPr lvl="0"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new users to register and existing members to log in securely. 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91EA-2CD1-1870-7E3B-4BAB6B53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6596"/>
            <a:ext cx="8596668" cy="132080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Hardware and Software chart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094396D-34CD-26FB-F7B2-292186B6E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6206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                               Software</a:t>
            </a:r>
          </a:p>
          <a:p>
            <a:pPr marL="0" indent="0">
              <a:buNone/>
            </a:pPr>
            <a:r>
              <a:rPr lang="en-IN" sz="2400" dirty="0"/>
              <a:t>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Computer/laptop                                    HTML, CSS,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Senser(for database)                               PHP(Backend)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Internet Router                                       MySQL(Database)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Mobile Devices                                        Web Browser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Storage                                                   Operating system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2FEDE5-15AB-5569-999F-2D85C5EF2F27}"/>
              </a:ext>
            </a:extLst>
          </p:cNvPr>
          <p:cNvCxnSpPr>
            <a:cxnSpLocks/>
          </p:cNvCxnSpPr>
          <p:nvPr/>
        </p:nvCxnSpPr>
        <p:spPr>
          <a:xfrm>
            <a:off x="4077478" y="1892041"/>
            <a:ext cx="0" cy="3603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F93E41-05B6-FA13-4A13-4E13F7AC3164}"/>
              </a:ext>
            </a:extLst>
          </p:cNvPr>
          <p:cNvCxnSpPr>
            <a:cxnSpLocks/>
          </p:cNvCxnSpPr>
          <p:nvPr/>
        </p:nvCxnSpPr>
        <p:spPr>
          <a:xfrm>
            <a:off x="677334" y="2771192"/>
            <a:ext cx="65445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8C6941-42B4-B134-3E7B-D92EA924455A}"/>
              </a:ext>
            </a:extLst>
          </p:cNvPr>
          <p:cNvCxnSpPr>
            <a:cxnSpLocks/>
          </p:cNvCxnSpPr>
          <p:nvPr/>
        </p:nvCxnSpPr>
        <p:spPr>
          <a:xfrm>
            <a:off x="677334" y="1892041"/>
            <a:ext cx="65632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51A743-BCDF-FE82-56EB-8EEB19001F2F}"/>
              </a:ext>
            </a:extLst>
          </p:cNvPr>
          <p:cNvCxnSpPr>
            <a:cxnSpLocks/>
          </p:cNvCxnSpPr>
          <p:nvPr/>
        </p:nvCxnSpPr>
        <p:spPr>
          <a:xfrm flipH="1">
            <a:off x="7221894" y="1892041"/>
            <a:ext cx="18661" cy="3603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C1EC4F-62EC-FBB2-B989-FD09B606822E}"/>
              </a:ext>
            </a:extLst>
          </p:cNvPr>
          <p:cNvCxnSpPr>
            <a:cxnSpLocks/>
          </p:cNvCxnSpPr>
          <p:nvPr/>
        </p:nvCxnSpPr>
        <p:spPr>
          <a:xfrm>
            <a:off x="677334" y="1892041"/>
            <a:ext cx="0" cy="3603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CE0AAC-07BF-2E7F-AC56-EA5342B59EC1}"/>
              </a:ext>
            </a:extLst>
          </p:cNvPr>
          <p:cNvCxnSpPr>
            <a:cxnSpLocks/>
          </p:cNvCxnSpPr>
          <p:nvPr/>
        </p:nvCxnSpPr>
        <p:spPr>
          <a:xfrm>
            <a:off x="677334" y="5495731"/>
            <a:ext cx="65445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99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156D-F270-E528-9A06-9F189F705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06" y="0"/>
            <a:ext cx="2963663" cy="30791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E-R Diagram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11C1D-A387-A05C-2FA2-B3041E8AB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476" y="1389689"/>
            <a:ext cx="10515600" cy="51078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055066-516A-6061-EA83-459DDE028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20" y="531844"/>
            <a:ext cx="8836090" cy="655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4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AD81-638E-8C96-4F38-2F199FCE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</a:t>
            </a: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722E555-5BFD-186B-F907-F120A6205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992" y="65314"/>
            <a:ext cx="2509935" cy="67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57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1A74-DF33-6C08-6C54-21CEF7E8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7" y="298580"/>
            <a:ext cx="5840963" cy="8117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Sequence diagram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FE45CC08-38A6-7E7A-2A56-72152FD1E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51" y="737118"/>
            <a:ext cx="7137918" cy="724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5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46CD-7B47-8CA4-AABF-033F1167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2" y="158620"/>
            <a:ext cx="4189445" cy="5598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Class diagram</a:t>
            </a: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E461752-5BFA-4232-3CC1-A690395CD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92" y="634482"/>
            <a:ext cx="8024326" cy="666205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59B7CD-9BBD-DA7D-D442-DBF0FAFCDC19}"/>
              </a:ext>
            </a:extLst>
          </p:cNvPr>
          <p:cNvCxnSpPr/>
          <p:nvPr/>
        </p:nvCxnSpPr>
        <p:spPr>
          <a:xfrm>
            <a:off x="3732245" y="6092890"/>
            <a:ext cx="0" cy="541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28D610-E621-96C2-6FAA-B05F8F028E80}"/>
              </a:ext>
            </a:extLst>
          </p:cNvPr>
          <p:cNvCxnSpPr/>
          <p:nvPr/>
        </p:nvCxnSpPr>
        <p:spPr>
          <a:xfrm>
            <a:off x="8798767" y="3722914"/>
            <a:ext cx="0" cy="5505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45AAA1-57A8-75C0-4A70-D2499E556999}"/>
              </a:ext>
            </a:extLst>
          </p:cNvPr>
          <p:cNvCxnSpPr/>
          <p:nvPr/>
        </p:nvCxnSpPr>
        <p:spPr>
          <a:xfrm>
            <a:off x="8798767" y="5691673"/>
            <a:ext cx="0" cy="513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42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6279-ADA5-AACA-2F97-B4F58558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74002" cy="66247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Use-case diagram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F69640-EC98-1B5C-FBC9-C9AD3AF49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356" y="662473"/>
            <a:ext cx="6568750" cy="609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8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9EFA-F83D-6E8E-0497-C9FFFA4C3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ADVANTAGES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2DF67-DA94-0A2C-A507-52D2F5A9B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47" y="1825625"/>
            <a:ext cx="10620153" cy="452201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User Experience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 and Updates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Support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Membership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376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D4D2-D49D-34BC-CE86-0C2E0D30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DISAVANTAGES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F39DB-0A8E-44FA-0CD8-267472095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30" y="1825625"/>
            <a:ext cx="10854070" cy="515996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Backend Functionality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Concerns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Compatibility Issues</a:t>
            </a:r>
          </a:p>
          <a:p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Functionality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Maintenance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6056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0E1C-EEB5-C52E-9C41-6332806F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600074" cy="836354"/>
          </a:xfrm>
        </p:spPr>
        <p:txBody>
          <a:bodyPr>
            <a:normAutofit/>
          </a:bodyPr>
          <a:lstStyle/>
          <a:p>
            <a:r>
              <a:rPr lang="en-US" dirty="0"/>
              <a:t>ADDRESS DEATILS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579D79-4E6A-2884-10BC-F37137847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75" y="1538304"/>
            <a:ext cx="11113649" cy="507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13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172A-C316-D9FA-F8C5-46AA06FB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20621-F08D-8E16-8D98-AA921D789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81" y="1630523"/>
            <a:ext cx="7791787" cy="47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41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BDDB-9D17-AA82-8C9E-4D53C3DC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" y="190908"/>
            <a:ext cx="4070916" cy="1049235"/>
          </a:xfrm>
        </p:spPr>
        <p:txBody>
          <a:bodyPr>
            <a:normAutofit/>
          </a:bodyPr>
          <a:lstStyle/>
          <a:p>
            <a:r>
              <a:rPr lang="en-US" dirty="0"/>
              <a:t>PLAN DISCRIPTION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7F3B5-2F19-7309-DA3F-312C9F55D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38" y="883920"/>
            <a:ext cx="9108881" cy="541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26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81B0-16EE-869B-776E-9DAC62B1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099"/>
            <a:ext cx="3878410" cy="771618"/>
          </a:xfrm>
        </p:spPr>
        <p:txBody>
          <a:bodyPr>
            <a:normAutofit/>
          </a:bodyPr>
          <a:lstStyle/>
          <a:p>
            <a:r>
              <a:rPr lang="en-US" dirty="0"/>
              <a:t>BODY MASS INDEX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D204BA-2F04-4C35-8BCA-6C1C5BD4C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5" y="1034717"/>
            <a:ext cx="8888820" cy="49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64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4EF2-A3CF-BB0B-FBFE-7526DE828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8019"/>
            <a:ext cx="13392150" cy="4244251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Algerian" panose="04020705040A02060702" pitchFamily="82" charset="0"/>
              </a:rPr>
              <a:t>                   THANK YOU     </a:t>
            </a:r>
            <a:endParaRPr lang="en-IN" sz="5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46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1026</TotalTime>
  <Words>326</Words>
  <Application>Microsoft Office PowerPoint</Application>
  <PresentationFormat>Widescreen</PresentationFormat>
  <Paragraphs>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Algerian</vt:lpstr>
      <vt:lpstr>Arial</vt:lpstr>
      <vt:lpstr>Avenir Next LT Pro Light</vt:lpstr>
      <vt:lpstr>Times New Roman</vt:lpstr>
      <vt:lpstr>Trebuchet MS</vt:lpstr>
      <vt:lpstr>Wingdings 3</vt:lpstr>
      <vt:lpstr>Facet</vt:lpstr>
      <vt:lpstr>SHREE SAMARTH                     KRUPA GYM   </vt:lpstr>
      <vt:lpstr>INTRODUCTION -</vt:lpstr>
      <vt:lpstr>SCOPE -</vt:lpstr>
      <vt:lpstr>OBJECTIVES -</vt:lpstr>
      <vt:lpstr>Hardware and Software chart</vt:lpstr>
      <vt:lpstr>E-R Diagram</vt:lpstr>
      <vt:lpstr>Activity diagram</vt:lpstr>
      <vt:lpstr>Sequence diagram</vt:lpstr>
      <vt:lpstr>Class diagram   </vt:lpstr>
      <vt:lpstr>Use-case diagram</vt:lpstr>
      <vt:lpstr>ADVANTAGES -</vt:lpstr>
      <vt:lpstr>DISAVANTAGES -</vt:lpstr>
      <vt:lpstr>ADDRESS DEATILS</vt:lpstr>
      <vt:lpstr>HOME PAGE</vt:lpstr>
      <vt:lpstr>PLAN DISCRIPTION</vt:lpstr>
      <vt:lpstr>BODY MASS INDEX</vt:lpstr>
      <vt:lpstr>                   THANK YOU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VIRAJSHINDE6492@GMAIL.COM</dc:creator>
  <cp:lastModifiedBy>Shreyash Thombare</cp:lastModifiedBy>
  <cp:revision>14</cp:revision>
  <dcterms:created xsi:type="dcterms:W3CDTF">2025-03-16T14:59:37Z</dcterms:created>
  <dcterms:modified xsi:type="dcterms:W3CDTF">2026-04-19T07:31:46Z</dcterms:modified>
</cp:coreProperties>
</file>